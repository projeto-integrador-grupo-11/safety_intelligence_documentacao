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894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B661"/>
    <a:srgbClr val="ED145B"/>
    <a:srgbClr val="FF6C6C"/>
    <a:srgbClr val="0762C8"/>
    <a:srgbClr val="63666A"/>
    <a:srgbClr val="F4F5F5"/>
    <a:srgbClr val="63B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5BA492-0061-4E88-9B7C-FF72CF73B71A}" v="2" dt="2022-08-01T20:03:05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4" autoAdjust="0"/>
    <p:restoredTop sz="94660"/>
  </p:normalViewPr>
  <p:slideViewPr>
    <p:cSldViewPr snapToGrid="0">
      <p:cViewPr varScale="1">
        <p:scale>
          <a:sx n="82" d="100"/>
          <a:sy n="82" d="100"/>
        </p:scale>
        <p:origin x="9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A FERREIRA CARAMICO" userId="2db39e23-2b4c-47c9-9008-d5ee479cbc6f" providerId="ADAL" clId="{FE5BA492-0061-4E88-9B7C-FF72CF73B71A}"/>
    <pc:docChg chg="undo custSel addSld delSld modSld">
      <pc:chgData name="FERNANDA FERREIRA CARAMICO" userId="2db39e23-2b4c-47c9-9008-d5ee479cbc6f" providerId="ADAL" clId="{FE5BA492-0061-4E88-9B7C-FF72CF73B71A}" dt="2022-08-01T20:03:37.539" v="20" actId="20577"/>
      <pc:docMkLst>
        <pc:docMk/>
      </pc:docMkLst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2702901891" sldId="272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847637527" sldId="276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3204173033" sldId="277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1210239644" sldId="278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2572713936" sldId="29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096135448" sldId="300"/>
        </pc:sldMkLst>
      </pc:sldChg>
      <pc:sldChg chg="delSp">
        <pc:chgData name="FERNANDA FERREIRA CARAMICO" userId="2db39e23-2b4c-47c9-9008-d5ee479cbc6f" providerId="ADAL" clId="{FE5BA492-0061-4E88-9B7C-FF72CF73B71A}" dt="2022-08-01T20:02:54.069" v="1" actId="478"/>
        <pc:sldMkLst>
          <pc:docMk/>
          <pc:sldMk cId="3555918169" sldId="321"/>
        </pc:sldMkLst>
        <pc:picChg chg="del">
          <ac:chgData name="FERNANDA FERREIRA CARAMICO" userId="2db39e23-2b4c-47c9-9008-d5ee479cbc6f" providerId="ADAL" clId="{FE5BA492-0061-4E88-9B7C-FF72CF73B71A}" dt="2022-08-01T20:02:54.069" v="1" actId="478"/>
          <ac:picMkLst>
            <pc:docMk/>
            <pc:sldMk cId="3555918169" sldId="321"/>
            <ac:picMk id="1026" creationId="{00000000-0000-0000-0000-000000000000}"/>
          </ac:picMkLst>
        </pc:picChg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318905314" sldId="325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790807960" sldId="327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671690535" sldId="32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639099631" sldId="329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286150659" sldId="330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273440882" sldId="332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415535724" sldId="333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680175969" sldId="33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059945364" sldId="337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377852778" sldId="33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104231199" sldId="339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958279232" sldId="341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743325855" sldId="34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337081854" sldId="351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380914409" sldId="352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947673906" sldId="373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312149034" sldId="58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067723093" sldId="871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212110641" sldId="874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66961616" sldId="875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272860489" sldId="87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55390635" sldId="87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306881750" sldId="879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611316741" sldId="880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4054160661" sldId="881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1401638270" sldId="882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863925514" sldId="883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815240003" sldId="884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145770172" sldId="885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4029679988" sldId="88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088725937" sldId="887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61971491" sldId="890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756978478" sldId="891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904309858" sldId="892"/>
        </pc:sldMkLst>
      </pc:sldChg>
      <pc:sldChg chg="del">
        <pc:chgData name="FERNANDA FERREIRA CARAMICO" userId="2db39e23-2b4c-47c9-9008-d5ee479cbc6f" providerId="ADAL" clId="{FE5BA492-0061-4E88-9B7C-FF72CF73B71A}" dt="2022-08-01T20:03:06.649" v="4" actId="47"/>
        <pc:sldMkLst>
          <pc:docMk/>
          <pc:sldMk cId="3498290696" sldId="893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167348321" sldId="894"/>
        </pc:sldMkLst>
      </pc:sldChg>
      <pc:sldChg chg="modSp add mod">
        <pc:chgData name="FERNANDA FERREIRA CARAMICO" userId="2db39e23-2b4c-47c9-9008-d5ee479cbc6f" providerId="ADAL" clId="{FE5BA492-0061-4E88-9B7C-FF72CF73B71A}" dt="2022-08-01T20:03:37.539" v="20" actId="20577"/>
        <pc:sldMkLst>
          <pc:docMk/>
          <pc:sldMk cId="2225988521" sldId="894"/>
        </pc:sldMkLst>
        <pc:spChg chg="mod">
          <ac:chgData name="FERNANDA FERREIRA CARAMICO" userId="2db39e23-2b4c-47c9-9008-d5ee479cbc6f" providerId="ADAL" clId="{FE5BA492-0061-4E88-9B7C-FF72CF73B71A}" dt="2022-08-01T20:03:13.969" v="8" actId="20577"/>
          <ac:spMkLst>
            <pc:docMk/>
            <pc:sldMk cId="2225988521" sldId="894"/>
            <ac:spMk id="11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20.760" v="10"/>
          <ac:spMkLst>
            <pc:docMk/>
            <pc:sldMk cId="2225988521" sldId="894"/>
            <ac:spMk id="16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33.520" v="18"/>
          <ac:spMkLst>
            <pc:docMk/>
            <pc:sldMk cId="2225988521" sldId="894"/>
            <ac:spMk id="19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37.539" v="20" actId="20577"/>
          <ac:spMkLst>
            <pc:docMk/>
            <pc:sldMk cId="2225988521" sldId="894"/>
            <ac:spMk id="20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16.949" v="9"/>
          <ac:spMkLst>
            <pc:docMk/>
            <pc:sldMk cId="2225988521" sldId="894"/>
            <ac:spMk id="21" creationId="{E197219E-5B1B-4E37-AE29-C4A63966C51A}"/>
          </ac:spMkLst>
        </pc:spChg>
        <pc:spChg chg="mod">
          <ac:chgData name="FERNANDA FERREIRA CARAMICO" userId="2db39e23-2b4c-47c9-9008-d5ee479cbc6f" providerId="ADAL" clId="{FE5BA492-0061-4E88-9B7C-FF72CF73B71A}" dt="2022-08-01T20:03:26.571" v="14"/>
          <ac:spMkLst>
            <pc:docMk/>
            <pc:sldMk cId="2225988521" sldId="894"/>
            <ac:spMk id="22" creationId="{5CE4889F-0E92-43E0-8D1A-7C43B3A5858C}"/>
          </ac:spMkLst>
        </pc:spChg>
        <pc:spChg chg="mod">
          <ac:chgData name="FERNANDA FERREIRA CARAMICO" userId="2db39e23-2b4c-47c9-9008-d5ee479cbc6f" providerId="ADAL" clId="{FE5BA492-0061-4E88-9B7C-FF72CF73B71A}" dt="2022-08-01T20:03:30.799" v="17"/>
          <ac:spMkLst>
            <pc:docMk/>
            <pc:sldMk cId="2225988521" sldId="894"/>
            <ac:spMk id="23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24.249" v="12"/>
          <ac:spMkLst>
            <pc:docMk/>
            <pc:sldMk cId="2225988521" sldId="894"/>
            <ac:spMk id="26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25.104" v="13"/>
          <ac:spMkLst>
            <pc:docMk/>
            <pc:sldMk cId="2225988521" sldId="894"/>
            <ac:spMk id="27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21.919" v="11"/>
          <ac:spMkLst>
            <pc:docMk/>
            <pc:sldMk cId="2225988521" sldId="894"/>
            <ac:spMk id="35" creationId="{4997F601-006F-4BC7-9604-88E30DA500D9}"/>
          </ac:spMkLst>
        </pc:spChg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4246195095" sldId="895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03639863" sldId="89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181554" sldId="897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045954317" sldId="899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301109230" sldId="900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879633261" sldId="989"/>
        </pc:sldMkLst>
      </pc:sldChg>
      <pc:sldMasterChg chg="delSldLayout">
        <pc:chgData name="FERNANDA FERREIRA CARAMICO" userId="2db39e23-2b4c-47c9-9008-d5ee479cbc6f" providerId="ADAL" clId="{FE5BA492-0061-4E88-9B7C-FF72CF73B71A}" dt="2022-08-01T20:02:50.299" v="0" actId="47"/>
        <pc:sldMasterMkLst>
          <pc:docMk/>
          <pc:sldMasterMk cId="1527979275" sldId="2147483648"/>
        </pc:sldMasterMkLst>
        <pc:sldLayoutChg chg="del">
          <pc:chgData name="FERNANDA FERREIRA CARAMICO" userId="2db39e23-2b4c-47c9-9008-d5ee479cbc6f" providerId="ADAL" clId="{FE5BA492-0061-4E88-9B7C-FF72CF73B71A}" dt="2022-08-01T20:02:50.299" v="0" actId="47"/>
          <pc:sldLayoutMkLst>
            <pc:docMk/>
            <pc:sldMasterMk cId="1527979275" sldId="2147483648"/>
            <pc:sldLayoutMk cId="2440770985" sldId="2147483680"/>
          </pc:sldLayoutMkLst>
        </pc:sldLayoutChg>
        <pc:sldLayoutChg chg="del">
          <pc:chgData name="FERNANDA FERREIRA CARAMICO" userId="2db39e23-2b4c-47c9-9008-d5ee479cbc6f" providerId="ADAL" clId="{FE5BA492-0061-4E88-9B7C-FF72CF73B71A}" dt="2022-08-01T20:02:50.299" v="0" actId="47"/>
          <pc:sldLayoutMkLst>
            <pc:docMk/>
            <pc:sldMasterMk cId="1527979275" sldId="2147483648"/>
            <pc:sldLayoutMk cId="1851230384" sldId="2147483681"/>
          </pc:sldLayoutMkLst>
        </pc:sldLayoutChg>
        <pc:sldLayoutChg chg="del">
          <pc:chgData name="FERNANDA FERREIRA CARAMICO" userId="2db39e23-2b4c-47c9-9008-d5ee479cbc6f" providerId="ADAL" clId="{FE5BA492-0061-4E88-9B7C-FF72CF73B71A}" dt="2022-08-01T20:02:50.299" v="0" actId="47"/>
          <pc:sldLayoutMkLst>
            <pc:docMk/>
            <pc:sldMasterMk cId="1527979275" sldId="2147483648"/>
            <pc:sldLayoutMk cId="3717406140" sldId="214748368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FAF6B-3E96-4408-B623-B0A75E7457D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BDEE4-8356-4AFE-BF4F-D84C594815E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68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FDDCFD-7C3E-4B92-97DB-7B9CECB613A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849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hunt.com/" TargetMode="External"/><Relationship Id="rId2" Type="http://schemas.openxmlformats.org/officeDocument/2006/relationships/hyperlink" Target="https://unsplash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pexels.com/pt-br/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Cinza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0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Az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44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Marinh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116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Amarel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546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Ros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70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Klei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49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3F16C-7418-4486-AFC1-8FF952288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8700" y="983673"/>
            <a:ext cx="7594600" cy="730828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Nome da Matéria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315EE4-FF0F-4B6F-B07B-139C4E0C6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89175" y="4003241"/>
            <a:ext cx="7604126" cy="47105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None/>
              <a:defRPr sz="3000" b="1">
                <a:solidFill>
                  <a:schemeClr val="accent1"/>
                </a:solidFill>
              </a:defRPr>
            </a:lvl1pPr>
            <a:lvl2pPr marL="0" indent="0">
              <a:lnSpc>
                <a:spcPts val="3000"/>
              </a:lnSpc>
              <a:buFont typeface="Arial" panose="020B0604020202020204" pitchFamily="34" charset="0"/>
              <a:buNone/>
              <a:defRPr sz="2500">
                <a:solidFill>
                  <a:schemeClr val="accent1"/>
                </a:solidFill>
              </a:defRPr>
            </a:lvl2pPr>
          </a:lstStyle>
          <a:p>
            <a:pPr lvl="0"/>
            <a:r>
              <a:rPr lang="pt-BR" dirty="0"/>
              <a:t>Nome da pessoa Líder Pedagógica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54A57971-BA4C-4A84-90A4-B490D1E510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9175" y="2819689"/>
            <a:ext cx="7612063" cy="4710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r>
              <a:rPr lang="pt-BR" dirty="0"/>
              <a:t>Assunto da Aula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2853A17-2BB4-4D71-9116-0305ED3AF4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8701" y="4702896"/>
            <a:ext cx="7602538" cy="433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highlight>
                  <a:srgbClr val="63B1BC"/>
                </a:highlight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E-mail de contato</a:t>
            </a:r>
          </a:p>
        </p:txBody>
      </p: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F2B8FBE0-1B82-4AB0-9481-3E2DF8690DB2}"/>
              </a:ext>
            </a:extLst>
          </p:cNvPr>
          <p:cNvSpPr/>
          <p:nvPr userDrawn="1"/>
        </p:nvSpPr>
        <p:spPr>
          <a:xfrm rot="10800000">
            <a:off x="-1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Superiores Arredondados 12">
            <a:extLst>
              <a:ext uri="{FF2B5EF4-FFF2-40B4-BE49-F238E27FC236}">
                <a16:creationId xmlns:a16="http://schemas.microsoft.com/office/drawing/2014/main" id="{4498AB19-E01D-4FC6-8F29-56C69DEC3978}"/>
              </a:ext>
            </a:extLst>
          </p:cNvPr>
          <p:cNvSpPr/>
          <p:nvPr userDrawn="1"/>
        </p:nvSpPr>
        <p:spPr>
          <a:xfrm>
            <a:off x="11831638" y="5083175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FAE5BC9-EFA3-42BC-8761-EAD18CC25D4F}"/>
              </a:ext>
            </a:extLst>
          </p:cNvPr>
          <p:cNvSpPr/>
          <p:nvPr userDrawn="1"/>
        </p:nvSpPr>
        <p:spPr>
          <a:xfrm>
            <a:off x="11849100" y="1"/>
            <a:ext cx="3429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545E628-73E6-4B8A-B0C5-9B46448F5CB8}"/>
              </a:ext>
            </a:extLst>
          </p:cNvPr>
          <p:cNvSpPr/>
          <p:nvPr userDrawn="1"/>
        </p:nvSpPr>
        <p:spPr>
          <a:xfrm>
            <a:off x="1" y="6515100"/>
            <a:ext cx="342900" cy="3413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96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ópicos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8700" y="1943100"/>
            <a:ext cx="7577138" cy="4554537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ts val="32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500"/>
            </a:lvl1pPr>
          </a:lstStyle>
          <a:p>
            <a:pPr lvl="0"/>
            <a:r>
              <a:rPr lang="pt-BR" dirty="0"/>
              <a:t>Adicione os tópicos mais importantes que serão abordados na aula;</a:t>
            </a:r>
          </a:p>
          <a:p>
            <a:pPr lvl="0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BEECE5D-B72A-4923-A297-A6B7EA4150AE}"/>
              </a:ext>
            </a:extLst>
          </p:cNvPr>
          <p:cNvSpPr/>
          <p:nvPr userDrawn="1"/>
        </p:nvSpPr>
        <p:spPr>
          <a:xfrm>
            <a:off x="0" y="0"/>
            <a:ext cx="3587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CE8384E-FD66-464F-B3F5-436D6A9E7416}"/>
              </a:ext>
            </a:extLst>
          </p:cNvPr>
          <p:cNvSpPr txBox="1"/>
          <p:nvPr userDrawn="1"/>
        </p:nvSpPr>
        <p:spPr>
          <a:xfrm>
            <a:off x="2298700" y="1014737"/>
            <a:ext cx="75771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atin typeface="+mj-lt"/>
              </a:rPr>
              <a:t>Tópicos da Aula</a:t>
            </a:r>
          </a:p>
        </p:txBody>
      </p:sp>
    </p:spTree>
    <p:extLst>
      <p:ext uri="{BB962C8B-B14F-4D97-AF65-F5344CB8AC3E}">
        <p14:creationId xmlns:p14="http://schemas.microsoft.com/office/powerpoint/2010/main" val="216567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ópicos_2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5277A3E-3943-4F88-826E-502F06B86DD5}"/>
              </a:ext>
            </a:extLst>
          </p:cNvPr>
          <p:cNvSpPr/>
          <p:nvPr userDrawn="1"/>
        </p:nvSpPr>
        <p:spPr>
          <a:xfrm>
            <a:off x="1" y="0"/>
            <a:ext cx="20701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9261" y="1943100"/>
            <a:ext cx="7572375" cy="4554537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ts val="32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500"/>
            </a:lvl1pPr>
          </a:lstStyle>
          <a:p>
            <a:pPr lvl="0"/>
            <a:r>
              <a:rPr lang="pt-BR" dirty="0"/>
              <a:t>Adicione os tópicos mais importantes que serão abordados na aula;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9261" y="1054027"/>
            <a:ext cx="7572375" cy="660473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Tópicos da Aula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436D7B-D52A-475D-8104-6D81DC7E33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58775" y="358775"/>
            <a:ext cx="3667125" cy="6156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11BFE00-79D9-452B-A7C1-A6C77A9CE30E}"/>
              </a:ext>
            </a:extLst>
          </p:cNvPr>
          <p:cNvSpPr/>
          <p:nvPr userDrawn="1"/>
        </p:nvSpPr>
        <p:spPr>
          <a:xfrm>
            <a:off x="11849100" y="6515100"/>
            <a:ext cx="342900" cy="34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68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8700" y="1957677"/>
            <a:ext cx="7594599" cy="45815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0131" y="1054027"/>
            <a:ext cx="7551738" cy="660473"/>
          </a:xfrm>
          <a:prstGeom prst="rect">
            <a:avLst/>
          </a:prstGeom>
        </p:spPr>
        <p:txBody>
          <a:bodyPr/>
          <a:lstStyle>
            <a:lvl1pPr>
              <a:lnSpc>
                <a:spcPts val="4500"/>
              </a:lnSpc>
              <a:defRPr sz="3000" b="1">
                <a:solidFill>
                  <a:schemeClr val="bg1"/>
                </a:solidFill>
                <a:highlight>
                  <a:srgbClr val="0762C8"/>
                </a:highlight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5E459B3D-A6E4-4AA1-8956-DE48DA52722C}"/>
              </a:ext>
            </a:extLst>
          </p:cNvPr>
          <p:cNvSpPr/>
          <p:nvPr userDrawn="1"/>
        </p:nvSpPr>
        <p:spPr>
          <a:xfrm rot="10800000">
            <a:off x="0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Superiores Arredondados 6">
            <a:extLst>
              <a:ext uri="{FF2B5EF4-FFF2-40B4-BE49-F238E27FC236}">
                <a16:creationId xmlns:a16="http://schemas.microsoft.com/office/drawing/2014/main" id="{5B89959C-E9B0-4D2D-83E0-8EFA1C8B677A}"/>
              </a:ext>
            </a:extLst>
          </p:cNvPr>
          <p:cNvSpPr/>
          <p:nvPr userDrawn="1"/>
        </p:nvSpPr>
        <p:spPr>
          <a:xfrm>
            <a:off x="11833225" y="5084762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31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16112"/>
            <a:ext cx="7573963" cy="4581525"/>
          </a:xfrm>
          <a:prstGeom prst="rect">
            <a:avLst/>
          </a:prstGeom>
        </p:spPr>
        <p:txBody>
          <a:bodyPr/>
          <a:lstStyle>
            <a:lvl1pPr marL="179388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886619"/>
            <a:ext cx="7573963" cy="660473"/>
          </a:xfrm>
          <a:prstGeom prst="rect">
            <a:avLst/>
          </a:prstGeom>
        </p:spPr>
        <p:txBody>
          <a:bodyPr/>
          <a:lstStyle>
            <a:lvl1pPr marL="179388" indent="0">
              <a:lnSpc>
                <a:spcPts val="4500"/>
              </a:lnSpc>
              <a:defRPr sz="3000" b="1">
                <a:solidFill>
                  <a:schemeClr val="accent6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5E459B3D-A6E4-4AA1-8956-DE48DA52722C}"/>
              </a:ext>
            </a:extLst>
          </p:cNvPr>
          <p:cNvSpPr/>
          <p:nvPr userDrawn="1"/>
        </p:nvSpPr>
        <p:spPr>
          <a:xfrm rot="10800000">
            <a:off x="0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8929C8-7948-4D4C-97D8-4D14959B31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48638" y="886619"/>
            <a:ext cx="3683000" cy="56110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7ECC167-3B15-4CF7-98D4-22F63C1E4CCC}"/>
              </a:ext>
            </a:extLst>
          </p:cNvPr>
          <p:cNvSpPr/>
          <p:nvPr userDrawn="1"/>
        </p:nvSpPr>
        <p:spPr>
          <a:xfrm>
            <a:off x="11833225" y="6499225"/>
            <a:ext cx="358775" cy="358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615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EC374BE-0E1E-4A33-A2E5-DD22599FD869}"/>
              </a:ext>
            </a:extLst>
          </p:cNvPr>
          <p:cNvSpPr/>
          <p:nvPr userDrawn="1"/>
        </p:nvSpPr>
        <p:spPr>
          <a:xfrm>
            <a:off x="0" y="1714500"/>
            <a:ext cx="12192000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8701" y="1943099"/>
            <a:ext cx="7594600" cy="29718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4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3000">
                <a:solidFill>
                  <a:srgbClr val="F4F5F5"/>
                </a:solidFill>
                <a:latin typeface="+mj-lt"/>
              </a:defRPr>
            </a:lvl1pPr>
          </a:lstStyle>
          <a:p>
            <a:pPr lvl="0"/>
            <a:r>
              <a:rPr lang="pt-BR" dirty="0"/>
              <a:t>“Adicione frases inspiradoras, citações, ditados e pensamentos que motivem as pessoas a refletirem sobre o mundo.”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08A20D-1B00-4797-9884-F31D1E56D0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98701" y="5372099"/>
            <a:ext cx="7603332" cy="5143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- Quem disse isso?</a:t>
            </a:r>
          </a:p>
        </p:txBody>
      </p:sp>
    </p:spTree>
    <p:extLst>
      <p:ext uri="{BB962C8B-B14F-4D97-AF65-F5344CB8AC3E}">
        <p14:creationId xmlns:p14="http://schemas.microsoft.com/office/powerpoint/2010/main" val="2825496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duas_coluna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7B65743-9D13-4E9D-AF9E-6AA3464E1905}"/>
              </a:ext>
            </a:extLst>
          </p:cNvPr>
          <p:cNvSpPr/>
          <p:nvPr userDrawn="1"/>
        </p:nvSpPr>
        <p:spPr>
          <a:xfrm>
            <a:off x="6210301" y="1728171"/>
            <a:ext cx="4140200" cy="51435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F184B08-4F69-4F7F-B8C8-E8797AF4FE98}"/>
              </a:ext>
            </a:extLst>
          </p:cNvPr>
          <p:cNvSpPr/>
          <p:nvPr userDrawn="1"/>
        </p:nvSpPr>
        <p:spPr>
          <a:xfrm>
            <a:off x="1841500" y="1714500"/>
            <a:ext cx="4140200" cy="51435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0101" y="1943601"/>
            <a:ext cx="3682999" cy="45714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1501" y="776936"/>
            <a:ext cx="8509000" cy="660473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6000"/>
              </a:lnSpc>
              <a:defRPr sz="3000" b="1">
                <a:solidFill>
                  <a:srgbClr val="0762C8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97CF95A8-6BBA-408E-99ED-FBC1D90A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8902" y="1943100"/>
            <a:ext cx="3682999" cy="455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4B7B0B2-D938-449C-97B6-67266FE71FF4}"/>
              </a:ext>
            </a:extLst>
          </p:cNvPr>
          <p:cNvSpPr/>
          <p:nvPr userDrawn="1"/>
        </p:nvSpPr>
        <p:spPr>
          <a:xfrm>
            <a:off x="11849100" y="1"/>
            <a:ext cx="3429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6C2C116-8067-4942-A771-BEB2253BACC1}"/>
              </a:ext>
            </a:extLst>
          </p:cNvPr>
          <p:cNvSpPr/>
          <p:nvPr userDrawn="1"/>
        </p:nvSpPr>
        <p:spPr>
          <a:xfrm>
            <a:off x="1" y="6515100"/>
            <a:ext cx="342900" cy="3413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303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três_coluna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43100"/>
            <a:ext cx="3667125" cy="4173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10" name="Espaço Reservado para Texto 4">
            <a:extLst>
              <a:ext uri="{FF2B5EF4-FFF2-40B4-BE49-F238E27FC236}">
                <a16:creationId xmlns:a16="http://schemas.microsoft.com/office/drawing/2014/main" id="{46AA1BA0-AF9A-49BE-AE18-4721AC17CB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0" y="1943100"/>
            <a:ext cx="3683000" cy="41731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12" name="Espaço Reservado para Texto 4">
            <a:extLst>
              <a:ext uri="{FF2B5EF4-FFF2-40B4-BE49-F238E27FC236}">
                <a16:creationId xmlns:a16="http://schemas.microsoft.com/office/drawing/2014/main" id="{BFB1E910-94E1-4E8D-9123-50E1CBFC8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48639" y="1943099"/>
            <a:ext cx="3682999" cy="41731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168399"/>
            <a:ext cx="3667125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FB661"/>
                </a:highlight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BD4568B9-8B4E-4C40-BA96-2EB6AD2EB9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82030" y="1168399"/>
            <a:ext cx="3655470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63B1BC"/>
                </a:highlight>
              </a:defRPr>
            </a:lvl1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6945850F-B2F6-4B31-8A5F-48167B7FF9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6102" y="1168399"/>
            <a:ext cx="3682998" cy="518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D145B"/>
                </a:highlight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</p:spTree>
    <p:extLst>
      <p:ext uri="{BB962C8B-B14F-4D97-AF65-F5344CB8AC3E}">
        <p14:creationId xmlns:p14="http://schemas.microsoft.com/office/powerpoint/2010/main" val="2410365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duas_colunas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854DB5A-798B-48C4-AF66-241BD34CFBF7}"/>
              </a:ext>
            </a:extLst>
          </p:cNvPr>
          <p:cNvSpPr/>
          <p:nvPr userDrawn="1"/>
        </p:nvSpPr>
        <p:spPr>
          <a:xfrm>
            <a:off x="7937500" y="-3948"/>
            <a:ext cx="4254500" cy="6861948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43100"/>
            <a:ext cx="3667125" cy="4173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12" name="Espaço Reservado para Texto 4">
            <a:extLst>
              <a:ext uri="{FF2B5EF4-FFF2-40B4-BE49-F238E27FC236}">
                <a16:creationId xmlns:a16="http://schemas.microsoft.com/office/drawing/2014/main" id="{BFB1E910-94E1-4E8D-9123-50E1CBFC8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48639" y="1943099"/>
            <a:ext cx="3682999" cy="41731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168399"/>
            <a:ext cx="3667125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FB661"/>
                </a:highlight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6945850F-B2F6-4B31-8A5F-48167B7FF9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6102" y="1168399"/>
            <a:ext cx="3682998" cy="518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D145B"/>
                </a:highlight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</p:spTree>
    <p:extLst>
      <p:ext uri="{BB962C8B-B14F-4D97-AF65-F5344CB8AC3E}">
        <p14:creationId xmlns:p14="http://schemas.microsoft.com/office/powerpoint/2010/main" val="3869554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Ícone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3543299"/>
            <a:ext cx="3683000" cy="25237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1" y="2768600"/>
            <a:ext cx="366553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4" name="Espaço Reservado para Imagem Online 3">
            <a:extLst>
              <a:ext uri="{FF2B5EF4-FFF2-40B4-BE49-F238E27FC236}">
                <a16:creationId xmlns:a16="http://schemas.microsoft.com/office/drawing/2014/main" id="{AD365D7F-008B-4C8B-A446-88407819428B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134342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C3FC25F-4BF3-44DE-A276-AE3411579B1E}"/>
              </a:ext>
            </a:extLst>
          </p:cNvPr>
          <p:cNvCxnSpPr/>
          <p:nvPr userDrawn="1"/>
        </p:nvCxnSpPr>
        <p:spPr>
          <a:xfrm>
            <a:off x="342900" y="3429000"/>
            <a:ext cx="368300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E9C87C31-9326-447E-85E3-546AAE3C82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4500" y="3543299"/>
            <a:ext cx="3683000" cy="25237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23A47D8B-18B4-4367-A22D-64BA3FEF2F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71961" y="2768600"/>
            <a:ext cx="366553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24" name="Espaço Reservado para Imagem Online 3">
            <a:extLst>
              <a:ext uri="{FF2B5EF4-FFF2-40B4-BE49-F238E27FC236}">
                <a16:creationId xmlns:a16="http://schemas.microsoft.com/office/drawing/2014/main" id="{0FE5E224-7DCE-4C39-8B3C-6EE3100A1E42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525502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A45F95A2-5CB2-4AA6-A464-A6EEFD50E79C}"/>
              </a:ext>
            </a:extLst>
          </p:cNvPr>
          <p:cNvCxnSpPr/>
          <p:nvPr userDrawn="1"/>
        </p:nvCxnSpPr>
        <p:spPr>
          <a:xfrm>
            <a:off x="4254500" y="3429000"/>
            <a:ext cx="368300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spaço Reservado para Texto 4">
            <a:extLst>
              <a:ext uri="{FF2B5EF4-FFF2-40B4-BE49-F238E27FC236}">
                <a16:creationId xmlns:a16="http://schemas.microsoft.com/office/drawing/2014/main" id="{1F1DF2E1-2513-485C-8B32-F2ED0C9A05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8640" y="3543299"/>
            <a:ext cx="3683000" cy="25237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A35FC3A0-3529-44EC-986A-122E6057DC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6101" y="2768600"/>
            <a:ext cx="366553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  <p:sp>
        <p:nvSpPr>
          <p:cNvPr id="28" name="Espaço Reservado para Imagem Online 3">
            <a:extLst>
              <a:ext uri="{FF2B5EF4-FFF2-40B4-BE49-F238E27FC236}">
                <a16:creationId xmlns:a16="http://schemas.microsoft.com/office/drawing/2014/main" id="{195082A7-E065-4341-AD2F-F4A28E3C7DF0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914916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7A42AE4D-E622-412A-A294-AE0CB886A37E}"/>
              </a:ext>
            </a:extLst>
          </p:cNvPr>
          <p:cNvCxnSpPr/>
          <p:nvPr userDrawn="1"/>
        </p:nvCxnSpPr>
        <p:spPr>
          <a:xfrm>
            <a:off x="8148640" y="3429000"/>
            <a:ext cx="368300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685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4_Ícone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3543299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1631" y="2768600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4" name="Espaço Reservado para Imagem Online 3">
            <a:extLst>
              <a:ext uri="{FF2B5EF4-FFF2-40B4-BE49-F238E27FC236}">
                <a16:creationId xmlns:a16="http://schemas.microsoft.com/office/drawing/2014/main" id="{AD365D7F-008B-4C8B-A446-88407819428B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84316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C3FC25F-4BF3-44DE-A276-AE3411579B1E}"/>
              </a:ext>
            </a:extLst>
          </p:cNvPr>
          <p:cNvCxnSpPr>
            <a:cxnSpLocks/>
          </p:cNvCxnSpPr>
          <p:nvPr userDrawn="1"/>
        </p:nvCxnSpPr>
        <p:spPr>
          <a:xfrm>
            <a:off x="342900" y="3429000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E9C87C31-9326-447E-85E3-546AAE3C82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8320" y="3543299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23A47D8B-18B4-4367-A22D-64BA3FEF2F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7051" y="2768600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24" name="Espaço Reservado para Imagem Online 3">
            <a:extLst>
              <a:ext uri="{FF2B5EF4-FFF2-40B4-BE49-F238E27FC236}">
                <a16:creationId xmlns:a16="http://schemas.microsoft.com/office/drawing/2014/main" id="{0FE5E224-7DCE-4C39-8B3C-6EE3100A1E42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377858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A45F95A2-5CB2-4AA6-A464-A6EEFD50E79C}"/>
              </a:ext>
            </a:extLst>
          </p:cNvPr>
          <p:cNvCxnSpPr>
            <a:cxnSpLocks/>
          </p:cNvCxnSpPr>
          <p:nvPr userDrawn="1"/>
        </p:nvCxnSpPr>
        <p:spPr>
          <a:xfrm>
            <a:off x="3278320" y="3429000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spaço Reservado para Texto 4">
            <a:extLst>
              <a:ext uri="{FF2B5EF4-FFF2-40B4-BE49-F238E27FC236}">
                <a16:creationId xmlns:a16="http://schemas.microsoft.com/office/drawing/2014/main" id="{1F1DF2E1-2513-485C-8B32-F2ED0C9A05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13740" y="3543299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A35FC3A0-3529-44EC-986A-122E6057DC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2471" y="2768600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  <p:sp>
        <p:nvSpPr>
          <p:cNvPr id="28" name="Espaço Reservado para Imagem Online 3">
            <a:extLst>
              <a:ext uri="{FF2B5EF4-FFF2-40B4-BE49-F238E27FC236}">
                <a16:creationId xmlns:a16="http://schemas.microsoft.com/office/drawing/2014/main" id="{195082A7-E065-4341-AD2F-F4A28E3C7DF0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671400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7A42AE4D-E622-412A-A294-AE0CB886A37E}"/>
              </a:ext>
            </a:extLst>
          </p:cNvPr>
          <p:cNvCxnSpPr>
            <a:cxnSpLocks/>
          </p:cNvCxnSpPr>
          <p:nvPr userDrawn="1"/>
        </p:nvCxnSpPr>
        <p:spPr>
          <a:xfrm>
            <a:off x="6213740" y="3429000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ço Reservado para Texto 4">
            <a:extLst>
              <a:ext uri="{FF2B5EF4-FFF2-40B4-BE49-F238E27FC236}">
                <a16:creationId xmlns:a16="http://schemas.microsoft.com/office/drawing/2014/main" id="{127602B9-2297-4417-85AA-CBF73DCBA5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9160" y="3543300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358FBBAA-213B-432C-88F4-757EF6C53E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57891" y="2768601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4</a:t>
            </a:r>
          </a:p>
        </p:txBody>
      </p:sp>
      <p:sp>
        <p:nvSpPr>
          <p:cNvPr id="20" name="Espaço Reservado para Imagem Online 3">
            <a:extLst>
              <a:ext uri="{FF2B5EF4-FFF2-40B4-BE49-F238E27FC236}">
                <a16:creationId xmlns:a16="http://schemas.microsoft.com/office/drawing/2014/main" id="{23137BC7-A354-458F-B8D1-321AF0EC837E}"/>
              </a:ext>
            </a:extLst>
          </p:cNvPr>
          <p:cNvSpPr>
            <a:spLocks noGrp="1"/>
          </p:cNvSpPr>
          <p:nvPr>
            <p:ph type="clipArt" sz="quarter" idx="25"/>
          </p:nvPr>
        </p:nvSpPr>
        <p:spPr>
          <a:xfrm>
            <a:off x="9649420" y="1041735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7C0C476D-3D45-43B3-BC56-41ADAEBC98F0}"/>
              </a:ext>
            </a:extLst>
          </p:cNvPr>
          <p:cNvCxnSpPr>
            <a:cxnSpLocks/>
          </p:cNvCxnSpPr>
          <p:nvPr userDrawn="1"/>
        </p:nvCxnSpPr>
        <p:spPr>
          <a:xfrm>
            <a:off x="9149160" y="3429001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0963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2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498" y="1943100"/>
            <a:ext cx="7577140" cy="36654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4499" y="1054027"/>
            <a:ext cx="7577139" cy="660473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3" name="Espaço Reservado para Gráfico 2">
            <a:extLst>
              <a:ext uri="{FF2B5EF4-FFF2-40B4-BE49-F238E27FC236}">
                <a16:creationId xmlns:a16="http://schemas.microsoft.com/office/drawing/2014/main" id="{A5E7FE02-A8AC-4F17-A068-429B541FFA71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58775" y="1054028"/>
            <a:ext cx="3667125" cy="45545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Retângulo: Cantos Superiores Arredondados 6">
            <a:extLst>
              <a:ext uri="{FF2B5EF4-FFF2-40B4-BE49-F238E27FC236}">
                <a16:creationId xmlns:a16="http://schemas.microsoft.com/office/drawing/2014/main" id="{729F63CD-9CD6-4AF0-8896-4175B074A76D}"/>
              </a:ext>
            </a:extLst>
          </p:cNvPr>
          <p:cNvSpPr/>
          <p:nvPr userDrawn="1"/>
        </p:nvSpPr>
        <p:spPr>
          <a:xfrm rot="5400000">
            <a:off x="855664" y="-854075"/>
            <a:ext cx="358776" cy="207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Superiores Arredondados 9">
            <a:extLst>
              <a:ext uri="{FF2B5EF4-FFF2-40B4-BE49-F238E27FC236}">
                <a16:creationId xmlns:a16="http://schemas.microsoft.com/office/drawing/2014/main" id="{AC21B46B-69D9-4DED-9331-FD72F682C557}"/>
              </a:ext>
            </a:extLst>
          </p:cNvPr>
          <p:cNvSpPr/>
          <p:nvPr userDrawn="1"/>
        </p:nvSpPr>
        <p:spPr>
          <a:xfrm rot="16200000">
            <a:off x="10977562" y="5641976"/>
            <a:ext cx="358776" cy="207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23054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3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E749D369-3A66-418F-8641-99238C92F1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8775" y="358777"/>
            <a:ext cx="3667125" cy="613886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62292" y="1943100"/>
            <a:ext cx="7569346" cy="455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2292" y="1054027"/>
            <a:ext cx="7569346" cy="660473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2A8091B-8676-45D7-95B9-BCE1FCE2407C}"/>
              </a:ext>
            </a:extLst>
          </p:cNvPr>
          <p:cNvSpPr/>
          <p:nvPr userDrawn="1"/>
        </p:nvSpPr>
        <p:spPr>
          <a:xfrm rot="5400000">
            <a:off x="-2279649" y="2279652"/>
            <a:ext cx="6857997" cy="2298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2528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imagem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E749D369-3A66-418F-8641-99238C92F1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8775" y="358777"/>
            <a:ext cx="3667125" cy="613886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1960" y="1943100"/>
            <a:ext cx="7577139" cy="455453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000"/>
            </a:lvl1pPr>
          </a:lstStyle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As imagens podem ir ser ajustadas conforme as colunas e linhas da grade;</a:t>
            </a:r>
          </a:p>
          <a:p>
            <a:pPr lvl="0"/>
            <a:r>
              <a:rPr lang="pt-BR" dirty="0"/>
              <a:t>As imagens podem ir ser ajustadas conforme as colunas e linhas da grade.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1961" y="1054027"/>
            <a:ext cx="7577139" cy="660473"/>
          </a:xfrm>
          <a:prstGeom prst="rect">
            <a:avLst/>
          </a:prstGeom>
        </p:spPr>
        <p:txBody>
          <a:bodyPr/>
          <a:lstStyle>
            <a:lvl1pPr marL="352425" indent="0"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A07F674-1E60-48D4-82AB-C059D5A3013D}"/>
              </a:ext>
            </a:extLst>
          </p:cNvPr>
          <p:cNvSpPr/>
          <p:nvPr userDrawn="1"/>
        </p:nvSpPr>
        <p:spPr>
          <a:xfrm>
            <a:off x="11849100" y="6515100"/>
            <a:ext cx="342900" cy="3413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Superiores Arredondados 6">
            <a:extLst>
              <a:ext uri="{FF2B5EF4-FFF2-40B4-BE49-F238E27FC236}">
                <a16:creationId xmlns:a16="http://schemas.microsoft.com/office/drawing/2014/main" id="{395762C3-9BC3-4D78-A799-D4C0CBF26159}"/>
              </a:ext>
            </a:extLst>
          </p:cNvPr>
          <p:cNvSpPr/>
          <p:nvPr userDrawn="1"/>
        </p:nvSpPr>
        <p:spPr>
          <a:xfrm rot="5400000">
            <a:off x="1939131" y="-1937542"/>
            <a:ext cx="341313" cy="421957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922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4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0A07F674-1E60-48D4-82AB-C059D5A3013D}"/>
              </a:ext>
            </a:extLst>
          </p:cNvPr>
          <p:cNvSpPr/>
          <p:nvPr userDrawn="1"/>
        </p:nvSpPr>
        <p:spPr>
          <a:xfrm rot="16200000">
            <a:off x="6634958" y="1302540"/>
            <a:ext cx="6858000" cy="4252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342900"/>
            <a:ext cx="3683000" cy="6172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699854-4459-4B21-BCC8-5B40E41FA19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54500" y="342900"/>
            <a:ext cx="7594600" cy="6172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34358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_imagem_fu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E573399-AF53-499B-8D63-DF8D24DFF4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C429A1-3741-4CD8-8B34-58C711564F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8699" y="1943100"/>
            <a:ext cx="7594601" cy="2971799"/>
          </a:xfrm>
          <a:prstGeom prst="rect">
            <a:avLst/>
          </a:prstGeom>
        </p:spPr>
        <p:txBody>
          <a:bodyPr/>
          <a:lstStyle>
            <a:lvl1pPr algn="ctr">
              <a:defRPr sz="5000" b="1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Escreva uma frase/citação </a:t>
            </a:r>
          </a:p>
        </p:txBody>
      </p:sp>
    </p:spTree>
    <p:extLst>
      <p:ext uri="{BB962C8B-B14F-4D97-AF65-F5344CB8AC3E}">
        <p14:creationId xmlns:p14="http://schemas.microsoft.com/office/powerpoint/2010/main" val="7818748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_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37D3209-917F-4D51-BC9B-25F7FD3343ED}"/>
              </a:ext>
            </a:extLst>
          </p:cNvPr>
          <p:cNvSpPr/>
          <p:nvPr userDrawn="1"/>
        </p:nvSpPr>
        <p:spPr>
          <a:xfrm>
            <a:off x="6210300" y="0"/>
            <a:ext cx="5981700" cy="685800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Gráfico 3">
            <a:extLst>
              <a:ext uri="{FF2B5EF4-FFF2-40B4-BE49-F238E27FC236}">
                <a16:creationId xmlns:a16="http://schemas.microsoft.com/office/drawing/2014/main" id="{59ECE096-4B30-4107-871F-7B91B4D8606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7058065" y="1279525"/>
            <a:ext cx="3695700" cy="4603750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Gráfico 3">
            <a:extLst>
              <a:ext uri="{FF2B5EF4-FFF2-40B4-BE49-F238E27FC236}">
                <a16:creationId xmlns:a16="http://schemas.microsoft.com/office/drawing/2014/main" id="{CEFB0BC0-BC54-43BF-A584-4EC57B6CB600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1438235" y="1279525"/>
            <a:ext cx="3601954" cy="460375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6726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Gráfico 3">
            <a:extLst>
              <a:ext uri="{FF2B5EF4-FFF2-40B4-BE49-F238E27FC236}">
                <a16:creationId xmlns:a16="http://schemas.microsoft.com/office/drawing/2014/main" id="{90A164A1-EE87-440C-B80A-DF323AC5AD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358775" y="1893888"/>
            <a:ext cx="11472863" cy="460375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302A4E9-E2E0-4A5D-8D72-43B8EE6008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9176" y="790989"/>
            <a:ext cx="7612062" cy="660473"/>
          </a:xfrm>
          <a:prstGeom prst="rect">
            <a:avLst/>
          </a:prstGeom>
        </p:spPr>
        <p:txBody>
          <a:bodyPr/>
          <a:lstStyle>
            <a:lvl1pPr marL="352425" indent="0" algn="ctr">
              <a:lnSpc>
                <a:spcPts val="6000"/>
              </a:lnSpc>
              <a:defRPr sz="3000" b="1">
                <a:solidFill>
                  <a:schemeClr val="accent6"/>
                </a:solidFill>
              </a:defRPr>
            </a:lvl1pPr>
          </a:lstStyle>
          <a:p>
            <a:r>
              <a:rPr lang="pt-BR" dirty="0"/>
              <a:t>Título do Gráfico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1856477-3414-4ADF-9163-0F035E8F03BF}"/>
              </a:ext>
            </a:extLst>
          </p:cNvPr>
          <p:cNvSpPr/>
          <p:nvPr userDrawn="1"/>
        </p:nvSpPr>
        <p:spPr>
          <a:xfrm>
            <a:off x="11849100" y="1"/>
            <a:ext cx="3429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B7DDA19-80D5-44FF-8071-13A3B4828477}"/>
              </a:ext>
            </a:extLst>
          </p:cNvPr>
          <p:cNvSpPr/>
          <p:nvPr userDrawn="1"/>
        </p:nvSpPr>
        <p:spPr>
          <a:xfrm>
            <a:off x="1" y="6515100"/>
            <a:ext cx="342900" cy="3413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5838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A8175A9-7263-49A9-BBA2-6B7DE05AF67E}"/>
              </a:ext>
            </a:extLst>
          </p:cNvPr>
          <p:cNvSpPr/>
          <p:nvPr userDrawn="1"/>
        </p:nvSpPr>
        <p:spPr>
          <a:xfrm>
            <a:off x="0" y="3543300"/>
            <a:ext cx="12192000" cy="2954337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19DD62-5123-4D84-8838-4BC26AA86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43099"/>
            <a:ext cx="11472863" cy="1371601"/>
          </a:xfrm>
          <a:prstGeom prst="rect">
            <a:avLst/>
          </a:prstGeom>
        </p:spPr>
        <p:txBody>
          <a:bodyPr/>
          <a:lstStyle>
            <a:lvl1pPr marL="720725" indent="-360363" algn="l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000"/>
            </a:lvl1pPr>
          </a:lstStyle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As imagens podem ir ser ajustadas conforme as colunas e linhas da grade;</a:t>
            </a:r>
          </a:p>
        </p:txBody>
      </p:sp>
      <p:sp>
        <p:nvSpPr>
          <p:cNvPr id="7" name="Espaço Reservado para Gráfico 6">
            <a:extLst>
              <a:ext uri="{FF2B5EF4-FFF2-40B4-BE49-F238E27FC236}">
                <a16:creationId xmlns:a16="http://schemas.microsoft.com/office/drawing/2014/main" id="{FB9E45BE-877C-4847-94E2-123CEF8BFE0B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42900" y="3806337"/>
            <a:ext cx="11472863" cy="26913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E1223C3-E2F7-47CC-91E7-C3BEDB54F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790989"/>
            <a:ext cx="9542463" cy="660473"/>
          </a:xfrm>
          <a:prstGeom prst="rect">
            <a:avLst/>
          </a:prstGeom>
        </p:spPr>
        <p:txBody>
          <a:bodyPr anchor="b"/>
          <a:lstStyle>
            <a:lvl1pPr marL="352425" indent="0" algn="l">
              <a:lnSpc>
                <a:spcPts val="6000"/>
              </a:lnSpc>
              <a:defRPr sz="3000" b="1">
                <a:solidFill>
                  <a:schemeClr val="accent6"/>
                </a:solidFill>
              </a:defRPr>
            </a:lvl1pPr>
          </a:lstStyle>
          <a:p>
            <a:r>
              <a:rPr lang="pt-BR" dirty="0"/>
              <a:t>Título do Gráfico</a:t>
            </a:r>
          </a:p>
        </p:txBody>
      </p:sp>
      <p:sp>
        <p:nvSpPr>
          <p:cNvPr id="9" name="Retângulo: Cantos Superiores Arredondados 8">
            <a:extLst>
              <a:ext uri="{FF2B5EF4-FFF2-40B4-BE49-F238E27FC236}">
                <a16:creationId xmlns:a16="http://schemas.microsoft.com/office/drawing/2014/main" id="{0B9BAFDC-0A62-43EB-95A8-AC90CB2980F7}"/>
              </a:ext>
            </a:extLst>
          </p:cNvPr>
          <p:cNvSpPr/>
          <p:nvPr userDrawn="1"/>
        </p:nvSpPr>
        <p:spPr>
          <a:xfrm rot="10800000">
            <a:off x="11833225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1191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B493B770-55E6-43B1-B9F4-696DF3471A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659" y="3641511"/>
            <a:ext cx="5559176" cy="5130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None/>
              <a:defRPr sz="2500" b="1">
                <a:solidFill>
                  <a:schemeClr val="accent1"/>
                </a:solidFill>
              </a:defRPr>
            </a:lvl1pPr>
            <a:lvl2pPr marL="0" indent="0">
              <a:lnSpc>
                <a:spcPts val="3000"/>
              </a:lnSpc>
              <a:buFont typeface="Arial" panose="020B0604020202020204" pitchFamily="34" charset="0"/>
              <a:buNone/>
              <a:defRPr sz="2500">
                <a:solidFill>
                  <a:schemeClr val="accent1"/>
                </a:solidFill>
              </a:defRPr>
            </a:lvl2pPr>
          </a:lstStyle>
          <a:p>
            <a:pPr lvl="0"/>
            <a:r>
              <a:rPr lang="pt-BR" dirty="0"/>
              <a:t>Nome da pessoa Líder Pedagógica</a:t>
            </a:r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8A27DA18-7DF1-4FA0-92AA-DEE398030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59" y="4437612"/>
            <a:ext cx="5559176" cy="472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E-mail de contato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DF5246F-4A9A-49C0-A464-F0A40BCED461}"/>
              </a:ext>
            </a:extLst>
          </p:cNvPr>
          <p:cNvSpPr txBox="1"/>
          <p:nvPr userDrawn="1"/>
        </p:nvSpPr>
        <p:spPr>
          <a:xfrm>
            <a:off x="368659" y="1598735"/>
            <a:ext cx="5619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5000" b="1" dirty="0">
                <a:solidFill>
                  <a:schemeClr val="accent1"/>
                </a:solidFill>
                <a:latin typeface="+mj-lt"/>
              </a:rPr>
              <a:t>Agradeço </a:t>
            </a:r>
          </a:p>
          <a:p>
            <a:pPr>
              <a:lnSpc>
                <a:spcPct val="100000"/>
              </a:lnSpc>
            </a:pPr>
            <a:r>
              <a:rPr lang="pt-BR" sz="3000" b="1" spc="0" dirty="0">
                <a:solidFill>
                  <a:schemeClr val="accent1"/>
                </a:solidFill>
                <a:latin typeface="+mj-lt"/>
              </a:rPr>
              <a:t>a sua atenção!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63FCE42D-50A4-4295-BA1C-8D9B238FBF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659" y="5153249"/>
            <a:ext cx="5559176" cy="472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Telefone/Celular</a:t>
            </a:r>
          </a:p>
        </p:txBody>
      </p:sp>
    </p:spTree>
    <p:extLst>
      <p:ext uri="{BB962C8B-B14F-4D97-AF65-F5344CB8AC3E}">
        <p14:creationId xmlns:p14="http://schemas.microsoft.com/office/powerpoint/2010/main" val="38982278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EF2F37-C3DF-432C-9422-17A32F757608}"/>
              </a:ext>
            </a:extLst>
          </p:cNvPr>
          <p:cNvSpPr txBox="1"/>
          <p:nvPr userDrawn="1"/>
        </p:nvSpPr>
        <p:spPr>
          <a:xfrm>
            <a:off x="342900" y="342900"/>
            <a:ext cx="11506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0762C8"/>
                </a:solidFill>
              </a:rPr>
              <a:t>Identidade Visual Básica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C189279-FD9A-4B7A-9390-2D304103E6B3}"/>
              </a:ext>
            </a:extLst>
          </p:cNvPr>
          <p:cNvSpPr txBox="1"/>
          <p:nvPr userDrawn="1"/>
        </p:nvSpPr>
        <p:spPr>
          <a:xfrm>
            <a:off x="258793" y="1647619"/>
            <a:ext cx="377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Paleta de cores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95D5862-3EF1-4672-8D14-7BDFF86D303A}"/>
              </a:ext>
            </a:extLst>
          </p:cNvPr>
          <p:cNvSpPr/>
          <p:nvPr userDrawn="1"/>
        </p:nvSpPr>
        <p:spPr>
          <a:xfrm>
            <a:off x="342900" y="2536449"/>
            <a:ext cx="657764" cy="657764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5A3DE3B-5A7E-41D1-AC9C-704CADEB16FB}"/>
              </a:ext>
            </a:extLst>
          </p:cNvPr>
          <p:cNvSpPr txBox="1"/>
          <p:nvPr userDrawn="1"/>
        </p:nvSpPr>
        <p:spPr>
          <a:xfrm>
            <a:off x="1259457" y="2588332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#63B1BC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99 177 188</a:t>
            </a:r>
            <a:endParaRPr lang="pt-BR" sz="1500" dirty="0">
              <a:latin typeface="+mn-lt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95A106A-FB7E-4C62-B3E3-37DDB8E824BE}"/>
              </a:ext>
            </a:extLst>
          </p:cNvPr>
          <p:cNvSpPr/>
          <p:nvPr userDrawn="1"/>
        </p:nvSpPr>
        <p:spPr>
          <a:xfrm>
            <a:off x="368779" y="3590600"/>
            <a:ext cx="657764" cy="657764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EE6FADB-AE54-4131-8A04-9141995D9D9D}"/>
              </a:ext>
            </a:extLst>
          </p:cNvPr>
          <p:cNvSpPr txBox="1"/>
          <p:nvPr userDrawn="1"/>
        </p:nvSpPr>
        <p:spPr>
          <a:xfrm>
            <a:off x="1285336" y="3642483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#1F2A44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31 42 68</a:t>
            </a:r>
            <a:endParaRPr lang="pt-BR" sz="1500" dirty="0">
              <a:latin typeface="+mn-lt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08F867A-CCE4-4D53-906F-9BAA42DC47F3}"/>
              </a:ext>
            </a:extLst>
          </p:cNvPr>
          <p:cNvSpPr/>
          <p:nvPr userDrawn="1"/>
        </p:nvSpPr>
        <p:spPr>
          <a:xfrm>
            <a:off x="377405" y="4633318"/>
            <a:ext cx="657764" cy="657764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CCB1CD6-14AA-42DE-9288-FA9FAF43E139}"/>
              </a:ext>
            </a:extLst>
          </p:cNvPr>
          <p:cNvSpPr txBox="1"/>
          <p:nvPr userDrawn="1"/>
        </p:nvSpPr>
        <p:spPr>
          <a:xfrm>
            <a:off x="1293962" y="4685201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#D0D3D4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208 211 211</a:t>
            </a:r>
            <a:endParaRPr lang="pt-BR" sz="1500" dirty="0">
              <a:latin typeface="+mn-lt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8496C1E-E176-40DB-9888-DE926E6549D9}"/>
              </a:ext>
            </a:extLst>
          </p:cNvPr>
          <p:cNvSpPr/>
          <p:nvPr userDrawn="1"/>
        </p:nvSpPr>
        <p:spPr>
          <a:xfrm>
            <a:off x="377405" y="5676036"/>
            <a:ext cx="657764" cy="657764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B1AFCDC-9DEE-4DA0-985A-AE83E46DA1CB}"/>
              </a:ext>
            </a:extLst>
          </p:cNvPr>
          <p:cNvSpPr txBox="1"/>
          <p:nvPr userDrawn="1"/>
        </p:nvSpPr>
        <p:spPr>
          <a:xfrm>
            <a:off x="1293962" y="5727919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#0762C8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7 98 200</a:t>
            </a:r>
            <a:endParaRPr lang="pt-BR" sz="1500" dirty="0">
              <a:latin typeface="+mn-lt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D27E8A5-2332-4440-86D5-5AB436593F1D}"/>
              </a:ext>
            </a:extLst>
          </p:cNvPr>
          <p:cNvSpPr/>
          <p:nvPr userDrawn="1"/>
        </p:nvSpPr>
        <p:spPr>
          <a:xfrm>
            <a:off x="3355195" y="2536449"/>
            <a:ext cx="657764" cy="657764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25F11C5-5F7D-4713-88CB-679A20F340D0}"/>
              </a:ext>
            </a:extLst>
          </p:cNvPr>
          <p:cNvSpPr txBox="1"/>
          <p:nvPr userDrawn="1"/>
        </p:nvSpPr>
        <p:spPr>
          <a:xfrm>
            <a:off x="4254500" y="2588332"/>
            <a:ext cx="17358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#ED145B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237 20 91</a:t>
            </a:r>
            <a:endParaRPr lang="pt-BR" sz="1500" dirty="0">
              <a:latin typeface="+mn-lt"/>
            </a:endParaRP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56C4980A-A3E5-48A5-AB4A-07A82AD9B56C}"/>
              </a:ext>
            </a:extLst>
          </p:cNvPr>
          <p:cNvSpPr/>
          <p:nvPr userDrawn="1"/>
        </p:nvSpPr>
        <p:spPr>
          <a:xfrm>
            <a:off x="3355195" y="3590600"/>
            <a:ext cx="657764" cy="657764"/>
          </a:xfrm>
          <a:prstGeom prst="rect">
            <a:avLst/>
          </a:prstGeom>
          <a:solidFill>
            <a:schemeClr val="accent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25C2B33-E048-40B5-B122-C60205B1DDC5}"/>
              </a:ext>
            </a:extLst>
          </p:cNvPr>
          <p:cNvSpPr txBox="1"/>
          <p:nvPr userDrawn="1"/>
        </p:nvSpPr>
        <p:spPr>
          <a:xfrm>
            <a:off x="4280379" y="3642483"/>
            <a:ext cx="17013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#EFB661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239 182 97</a:t>
            </a:r>
            <a:endParaRPr lang="pt-BR" sz="1500" dirty="0">
              <a:latin typeface="+mn-lt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621BD66-2147-445F-B95E-D96C8E6E644E}"/>
              </a:ext>
            </a:extLst>
          </p:cNvPr>
          <p:cNvSpPr/>
          <p:nvPr userDrawn="1"/>
        </p:nvSpPr>
        <p:spPr>
          <a:xfrm>
            <a:off x="3355195" y="4633318"/>
            <a:ext cx="657764" cy="657764"/>
          </a:xfrm>
          <a:prstGeom prst="rect">
            <a:avLst/>
          </a:prstGeom>
          <a:solidFill>
            <a:srgbClr val="63666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BF10436-21C6-4B1F-823A-07D19200D442}"/>
              </a:ext>
            </a:extLst>
          </p:cNvPr>
          <p:cNvSpPr txBox="1"/>
          <p:nvPr userDrawn="1"/>
        </p:nvSpPr>
        <p:spPr>
          <a:xfrm>
            <a:off x="4289005" y="4685201"/>
            <a:ext cx="17013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#63666A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99 102 106</a:t>
            </a:r>
            <a:endParaRPr lang="pt-BR" sz="1500" dirty="0">
              <a:latin typeface="+mn-lt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C182B80-A180-4E88-B1D8-894CF9A27A01}"/>
              </a:ext>
            </a:extLst>
          </p:cNvPr>
          <p:cNvSpPr txBox="1"/>
          <p:nvPr userDrawn="1"/>
        </p:nvSpPr>
        <p:spPr>
          <a:xfrm>
            <a:off x="6210300" y="1647619"/>
            <a:ext cx="3687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Tipografias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59B510B-B66F-4CFF-B664-E269E5CAED54}"/>
              </a:ext>
            </a:extLst>
          </p:cNvPr>
          <p:cNvSpPr txBox="1"/>
          <p:nvPr userDrawn="1"/>
        </p:nvSpPr>
        <p:spPr>
          <a:xfrm>
            <a:off x="6210300" y="2539186"/>
            <a:ext cx="5638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/>
              <a:t>Títulos</a:t>
            </a:r>
          </a:p>
          <a:p>
            <a:r>
              <a:rPr lang="pt-BR" sz="1500" dirty="0"/>
              <a:t>Os títulos devem ser preferencialmente utilizados em </a:t>
            </a:r>
            <a:r>
              <a:rPr lang="pt-BR" sz="1500" i="1" dirty="0" err="1"/>
              <a:t>Simplon</a:t>
            </a:r>
            <a:r>
              <a:rPr lang="pt-BR" sz="1500" i="1" dirty="0"/>
              <a:t> Mono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51CEDB4-A2CF-4FB8-A717-7254CC5CF2B1}"/>
              </a:ext>
            </a:extLst>
          </p:cNvPr>
          <p:cNvSpPr txBox="1"/>
          <p:nvPr userDrawn="1"/>
        </p:nvSpPr>
        <p:spPr>
          <a:xfrm>
            <a:off x="6220121" y="4359773"/>
            <a:ext cx="563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/>
              <a:t>Corpo de Texto</a:t>
            </a:r>
          </a:p>
          <a:p>
            <a:r>
              <a:rPr lang="pt-BR" sz="1500" dirty="0"/>
              <a:t>Os demais textos devem ser utilizados em </a:t>
            </a:r>
            <a:r>
              <a:rPr lang="pt-BR" sz="1500" i="1" dirty="0"/>
              <a:t>Barlow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64135BD-4F3D-42EE-8503-0E1874616876}"/>
              </a:ext>
            </a:extLst>
          </p:cNvPr>
          <p:cNvSpPr txBox="1"/>
          <p:nvPr userDrawn="1"/>
        </p:nvSpPr>
        <p:spPr>
          <a:xfrm>
            <a:off x="6210300" y="5775156"/>
            <a:ext cx="5638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0" dirty="0">
                <a:highlight>
                  <a:srgbClr val="EFB661"/>
                </a:highlight>
              </a:rPr>
              <a:t>A variação de tamanho segue a escala de 5 até 50. Evite utilizar textos com tamanhos menores que 20. O entrelinha deve ser 1,5x  o tamanho do corpo do texto.</a:t>
            </a:r>
            <a:endParaRPr lang="pt-BR" sz="1500" b="0" i="1" dirty="0">
              <a:highlight>
                <a:srgbClr val="EFB661"/>
              </a:highlight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B2C45F9-D096-4296-A5AE-30C24B69D7DE}"/>
              </a:ext>
            </a:extLst>
          </p:cNvPr>
          <p:cNvSpPr txBox="1"/>
          <p:nvPr userDrawn="1"/>
        </p:nvSpPr>
        <p:spPr>
          <a:xfrm>
            <a:off x="6210299" y="3545720"/>
            <a:ext cx="5612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0" dirty="0" err="1">
                <a:latin typeface="+mj-lt"/>
              </a:rPr>
              <a:t>Simplon</a:t>
            </a:r>
            <a:r>
              <a:rPr lang="pt-BR" sz="2000" b="0" dirty="0">
                <a:latin typeface="+mj-lt"/>
              </a:rPr>
              <a:t> Mono AMHGPR 0123456 ÇÉ?!@#</a:t>
            </a:r>
            <a:endParaRPr lang="pt-BR" sz="1500" b="0" i="1" dirty="0">
              <a:latin typeface="+mj-lt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29D9B4D-546E-4DD7-9735-8A9E1F94AA2C}"/>
              </a:ext>
            </a:extLst>
          </p:cNvPr>
          <p:cNvSpPr txBox="1"/>
          <p:nvPr userDrawn="1"/>
        </p:nvSpPr>
        <p:spPr>
          <a:xfrm>
            <a:off x="6220121" y="5148642"/>
            <a:ext cx="5612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0" dirty="0">
                <a:latin typeface="+mn-lt"/>
              </a:rPr>
              <a:t>Barlow AMHGPR 0123456 ÇÉ?!@#</a:t>
            </a:r>
            <a:endParaRPr lang="pt-BR" sz="1500" b="0" i="1" dirty="0">
              <a:latin typeface="+mn-lt"/>
            </a:endParaRP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4816410E-D2E9-45C9-BAF3-8179306838DC}"/>
              </a:ext>
            </a:extLst>
          </p:cNvPr>
          <p:cNvCxnSpPr/>
          <p:nvPr userDrawn="1"/>
        </p:nvCxnSpPr>
        <p:spPr>
          <a:xfrm>
            <a:off x="5981700" y="1714500"/>
            <a:ext cx="0" cy="4800600"/>
          </a:xfrm>
          <a:prstGeom prst="line">
            <a:avLst/>
          </a:prstGeom>
          <a:ln w="38100">
            <a:solidFill>
              <a:srgbClr val="6366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217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D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EF2F37-C3DF-432C-9422-17A32F757608}"/>
              </a:ext>
            </a:extLst>
          </p:cNvPr>
          <p:cNvSpPr txBox="1"/>
          <p:nvPr userDrawn="1"/>
        </p:nvSpPr>
        <p:spPr>
          <a:xfrm>
            <a:off x="342900" y="342900"/>
            <a:ext cx="11506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0762C8"/>
                </a:solidFill>
              </a:rPr>
              <a:t>Identidade Visual Básica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CC16001-BE79-4EA6-9528-124384800A86}"/>
              </a:ext>
            </a:extLst>
          </p:cNvPr>
          <p:cNvSpPr txBox="1"/>
          <p:nvPr userDrawn="1"/>
        </p:nvSpPr>
        <p:spPr>
          <a:xfrm>
            <a:off x="258793" y="1647619"/>
            <a:ext cx="377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Grid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3EEF499-5CE9-468A-A66F-98CAF48A5EFD}"/>
              </a:ext>
            </a:extLst>
          </p:cNvPr>
          <p:cNvSpPr txBox="1"/>
          <p:nvPr userDrawn="1"/>
        </p:nvSpPr>
        <p:spPr>
          <a:xfrm>
            <a:off x="6210300" y="1647619"/>
            <a:ext cx="3687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Imagens</a:t>
            </a:r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785DC3-FFAE-450A-94B0-C5AABBCC652D}"/>
              </a:ext>
            </a:extLst>
          </p:cNvPr>
          <p:cNvCxnSpPr/>
          <p:nvPr userDrawn="1"/>
        </p:nvCxnSpPr>
        <p:spPr>
          <a:xfrm>
            <a:off x="5981700" y="1714500"/>
            <a:ext cx="0" cy="4800600"/>
          </a:xfrm>
          <a:prstGeom prst="line">
            <a:avLst/>
          </a:prstGeom>
          <a:ln w="38100">
            <a:solidFill>
              <a:srgbClr val="6366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07215B5-BAEB-4B7F-83C7-3868DDC78031}"/>
              </a:ext>
            </a:extLst>
          </p:cNvPr>
          <p:cNvSpPr txBox="1"/>
          <p:nvPr userDrawn="1"/>
        </p:nvSpPr>
        <p:spPr>
          <a:xfrm>
            <a:off x="342900" y="2539186"/>
            <a:ext cx="54971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/>
              <a:t>Na aba </a:t>
            </a:r>
            <a:r>
              <a:rPr lang="pt-BR" sz="1500" b="0" i="1" dirty="0"/>
              <a:t>EXIBIR</a:t>
            </a:r>
            <a:r>
              <a:rPr lang="pt-BR" sz="1500" dirty="0"/>
              <a:t> é possível ativar as guias (linha tracejadas em blocos), do arquivo, elas te ajudarão a alinhar o conteúdo. </a:t>
            </a:r>
          </a:p>
          <a:p>
            <a:endParaRPr lang="pt-BR" sz="1500" dirty="0"/>
          </a:p>
          <a:p>
            <a:r>
              <a:rPr lang="pt-BR" sz="1500" dirty="0"/>
              <a:t>Evite adicionar conteúdos importantes em quantidade que ultrapasse as margens da página.</a:t>
            </a:r>
          </a:p>
          <a:p>
            <a:endParaRPr lang="pt-BR" sz="1500" i="1" dirty="0"/>
          </a:p>
          <a:p>
            <a:r>
              <a:rPr lang="pt-BR" sz="1500" i="0" dirty="0"/>
              <a:t>As guias são uma forma de orientar a organização do slide, mas não devem te limitar na criação do material da apresentação.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6C0388D-EAC6-4BB4-978C-4CAC02B35778}"/>
              </a:ext>
            </a:extLst>
          </p:cNvPr>
          <p:cNvSpPr txBox="1"/>
          <p:nvPr userDrawn="1"/>
        </p:nvSpPr>
        <p:spPr>
          <a:xfrm>
            <a:off x="6210300" y="2539186"/>
            <a:ext cx="54971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i="0" dirty="0"/>
              <a:t>Evite utilizar imagens em baixa qualidade ou que contenham marca d’água. Aqui estão alguns sites de bancos de imagens gratuitos:</a:t>
            </a:r>
          </a:p>
          <a:p>
            <a:endParaRPr lang="pt-BR" sz="1500" i="0" dirty="0">
              <a:solidFill>
                <a:srgbClr val="0762C8"/>
              </a:solidFill>
            </a:endParaRPr>
          </a:p>
          <a:p>
            <a:r>
              <a:rPr lang="pt-BR" sz="1600" i="0" dirty="0">
                <a:solidFill>
                  <a:srgbClr val="0762C8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https://unsplash.com</a:t>
            </a:r>
            <a:endParaRPr lang="pt-BR" sz="1600" i="0" dirty="0">
              <a:solidFill>
                <a:srgbClr val="0762C8"/>
              </a:solidFill>
              <a:effectLst/>
            </a:endParaRPr>
          </a:p>
          <a:p>
            <a:endParaRPr lang="pt-BR" sz="1600" dirty="0">
              <a:solidFill>
                <a:srgbClr val="0762C8"/>
              </a:solidFill>
            </a:endParaRPr>
          </a:p>
          <a:p>
            <a:r>
              <a:rPr lang="pt-BR" sz="1600" i="0" dirty="0">
                <a:solidFill>
                  <a:srgbClr val="0762C8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https://visualhunt.com</a:t>
            </a:r>
            <a:endParaRPr lang="pt-BR" sz="1600" i="0" dirty="0">
              <a:solidFill>
                <a:srgbClr val="0762C8"/>
              </a:solidFill>
              <a:effectLst/>
            </a:endParaRPr>
          </a:p>
          <a:p>
            <a:endParaRPr lang="pt-BR" sz="1600" dirty="0">
              <a:solidFill>
                <a:srgbClr val="0762C8"/>
              </a:solidFill>
            </a:endParaRPr>
          </a:p>
          <a:p>
            <a:r>
              <a:rPr lang="pt-BR" sz="1600" i="0" dirty="0">
                <a:solidFill>
                  <a:srgbClr val="0762C8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https://www.pexels.com/pt-br/</a:t>
            </a:r>
            <a:endParaRPr lang="pt-BR" sz="1500" i="0" dirty="0"/>
          </a:p>
        </p:txBody>
      </p:sp>
    </p:spTree>
    <p:extLst>
      <p:ext uri="{BB962C8B-B14F-4D97-AF65-F5344CB8AC3E}">
        <p14:creationId xmlns:p14="http://schemas.microsoft.com/office/powerpoint/2010/main" val="35135234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D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EF2F37-C3DF-432C-9422-17A32F757608}"/>
              </a:ext>
            </a:extLst>
          </p:cNvPr>
          <p:cNvSpPr txBox="1"/>
          <p:nvPr userDrawn="1"/>
        </p:nvSpPr>
        <p:spPr>
          <a:xfrm>
            <a:off x="342900" y="342900"/>
            <a:ext cx="11506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0762C8"/>
                </a:solidFill>
              </a:rPr>
              <a:t>Identidade Visual Básica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CC16001-BE79-4EA6-9528-124384800A86}"/>
              </a:ext>
            </a:extLst>
          </p:cNvPr>
          <p:cNvSpPr txBox="1"/>
          <p:nvPr userDrawn="1"/>
        </p:nvSpPr>
        <p:spPr>
          <a:xfrm>
            <a:off x="258793" y="1647619"/>
            <a:ext cx="377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Galeria PowerPoint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07215B5-BAEB-4B7F-83C7-3868DDC78031}"/>
              </a:ext>
            </a:extLst>
          </p:cNvPr>
          <p:cNvSpPr txBox="1"/>
          <p:nvPr userDrawn="1"/>
        </p:nvSpPr>
        <p:spPr>
          <a:xfrm>
            <a:off x="342900" y="2539186"/>
            <a:ext cx="54971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/>
              <a:t>O PowerPoint tem sua própria galeria de imagens, ícones e ilustrações, inclusive, alguns desses itens podem ser editados</a:t>
            </a:r>
            <a:r>
              <a:rPr lang="pt-BR" sz="1500" i="0" dirty="0"/>
              <a:t>.</a:t>
            </a:r>
          </a:p>
          <a:p>
            <a:endParaRPr lang="pt-BR" sz="1500" i="0" dirty="0"/>
          </a:p>
          <a:p>
            <a:r>
              <a:rPr lang="pt-BR" sz="1500" i="0" dirty="0"/>
              <a:t>Para utilizá-los basta ir na aba INSERIR e clicar em ÍCONES, a galeria será aberta e você poderá fazer uma busca rápida.</a:t>
            </a:r>
          </a:p>
          <a:p>
            <a:endParaRPr lang="pt-BR" sz="1500" i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57B3EAB-57D5-4F0A-A9B9-9A625434C3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5739" y="4092230"/>
            <a:ext cx="3711504" cy="2422870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690E6C2-3EB5-47A5-8551-E0EC21A04C7B}"/>
              </a:ext>
            </a:extLst>
          </p:cNvPr>
          <p:cNvCxnSpPr/>
          <p:nvPr userDrawn="1"/>
        </p:nvCxnSpPr>
        <p:spPr>
          <a:xfrm>
            <a:off x="5981700" y="1714500"/>
            <a:ext cx="0" cy="4800600"/>
          </a:xfrm>
          <a:prstGeom prst="line">
            <a:avLst/>
          </a:prstGeom>
          <a:ln w="38100">
            <a:solidFill>
              <a:srgbClr val="6366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09C1D9-CBF2-4F45-A978-ED6E012197FC}"/>
              </a:ext>
            </a:extLst>
          </p:cNvPr>
          <p:cNvSpPr txBox="1"/>
          <p:nvPr userDrawn="1"/>
        </p:nvSpPr>
        <p:spPr>
          <a:xfrm>
            <a:off x="6210301" y="2539186"/>
            <a:ext cx="549718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i="0" dirty="0"/>
              <a:t>Também é possível pesquisar imagens na internet, vá até a aba INSERIR e clique em IMAGENS, depois em IMAGENS ONLINE...</a:t>
            </a:r>
          </a:p>
          <a:p>
            <a:endParaRPr lang="pt-BR" sz="1500" i="0" dirty="0"/>
          </a:p>
          <a:p>
            <a:r>
              <a:rPr lang="pt-BR" sz="1500" i="0" dirty="0"/>
              <a:t>Uma galeria de imagens será aberta.</a:t>
            </a:r>
          </a:p>
          <a:p>
            <a:endParaRPr lang="pt-BR" sz="1500" i="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ECBBBD7-2D40-40A7-92C5-970A562905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59881" y="4016514"/>
            <a:ext cx="3798022" cy="253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99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97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6" r:id="rId3"/>
    <p:sldLayoutId id="2147483655" r:id="rId4"/>
    <p:sldLayoutId id="2147483650" r:id="rId5"/>
    <p:sldLayoutId id="2147483652" r:id="rId6"/>
    <p:sldLayoutId id="2147483653" r:id="rId7"/>
    <p:sldLayoutId id="2147483657" r:id="rId8"/>
    <p:sldLayoutId id="2147483658" r:id="rId9"/>
    <p:sldLayoutId id="2147483673" r:id="rId10"/>
    <p:sldLayoutId id="2147483674" r:id="rId11"/>
    <p:sldLayoutId id="2147483671" r:id="rId12"/>
    <p:sldLayoutId id="2147483660" r:id="rId13"/>
    <p:sldLayoutId id="2147483661" r:id="rId14"/>
    <p:sldLayoutId id="2147483679" r:id="rId15"/>
    <p:sldLayoutId id="2147483672" r:id="rId16"/>
    <p:sldLayoutId id="2147483678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FF00"/>
          </p15:clr>
        </p15:guide>
        <p15:guide id="2" pos="7680" userDrawn="1">
          <p15:clr>
            <a:srgbClr val="00FF00"/>
          </p15:clr>
        </p15:guide>
        <p15:guide id="3" pos="216" userDrawn="1">
          <p15:clr>
            <a:srgbClr val="00FF00"/>
          </p15:clr>
        </p15:guide>
        <p15:guide id="4" pos="1304" userDrawn="1">
          <p15:clr>
            <a:srgbClr val="00FF00"/>
          </p15:clr>
        </p15:guide>
        <p15:guide id="5" pos="1448" userDrawn="1">
          <p15:clr>
            <a:srgbClr val="00FF00"/>
          </p15:clr>
        </p15:guide>
        <p15:guide id="6" pos="2536" userDrawn="1">
          <p15:clr>
            <a:srgbClr val="00FF00"/>
          </p15:clr>
        </p15:guide>
        <p15:guide id="7" pos="2680" userDrawn="1">
          <p15:clr>
            <a:srgbClr val="00FF00"/>
          </p15:clr>
        </p15:guide>
        <p15:guide id="8" pos="3768" userDrawn="1">
          <p15:clr>
            <a:srgbClr val="00FF00"/>
          </p15:clr>
        </p15:guide>
        <p15:guide id="9" pos="3912" userDrawn="1">
          <p15:clr>
            <a:srgbClr val="00FF00"/>
          </p15:clr>
        </p15:guide>
        <p15:guide id="10" pos="5000" userDrawn="1">
          <p15:clr>
            <a:srgbClr val="00FF00"/>
          </p15:clr>
        </p15:guide>
        <p15:guide id="11" pos="5144" userDrawn="1">
          <p15:clr>
            <a:srgbClr val="00FF00"/>
          </p15:clr>
        </p15:guide>
        <p15:guide id="12" pos="6232" userDrawn="1">
          <p15:clr>
            <a:srgbClr val="00FF00"/>
          </p15:clr>
        </p15:guide>
        <p15:guide id="13" pos="6376" userDrawn="1">
          <p15:clr>
            <a:srgbClr val="00FF00"/>
          </p15:clr>
        </p15:guide>
        <p15:guide id="14" pos="7464" userDrawn="1">
          <p15:clr>
            <a:srgbClr val="00FF00"/>
          </p15:clr>
        </p15:guide>
        <p15:guide id="15" orient="horz" userDrawn="1">
          <p15:clr>
            <a:srgbClr val="00FF00"/>
          </p15:clr>
        </p15:guide>
        <p15:guide id="16" orient="horz" pos="4320" userDrawn="1">
          <p15:clr>
            <a:srgbClr val="00FF00"/>
          </p15:clr>
        </p15:guide>
        <p15:guide id="17" orient="horz" pos="216" userDrawn="1">
          <p15:clr>
            <a:srgbClr val="00FF00"/>
          </p15:clr>
        </p15:guide>
        <p15:guide id="18" orient="horz" pos="1080" userDrawn="1">
          <p15:clr>
            <a:srgbClr val="00FF00"/>
          </p15:clr>
        </p15:guide>
        <p15:guide id="19" orient="horz" pos="1224" userDrawn="1">
          <p15:clr>
            <a:srgbClr val="00FF00"/>
          </p15:clr>
        </p15:guide>
        <p15:guide id="20" orient="horz" pos="2088" userDrawn="1">
          <p15:clr>
            <a:srgbClr val="00FF00"/>
          </p15:clr>
        </p15:guide>
        <p15:guide id="21" orient="horz" pos="2232" userDrawn="1">
          <p15:clr>
            <a:srgbClr val="00FF00"/>
          </p15:clr>
        </p15:guide>
        <p15:guide id="22" orient="horz" pos="3096" userDrawn="1">
          <p15:clr>
            <a:srgbClr val="00FF00"/>
          </p15:clr>
        </p15:guide>
        <p15:guide id="23" orient="horz" pos="3240" userDrawn="1">
          <p15:clr>
            <a:srgbClr val="00FF00"/>
          </p15:clr>
        </p15:guide>
        <p15:guide id="24" orient="horz" pos="4104" userDrawn="1">
          <p15:clr>
            <a:srgbClr val="00FF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563160AF-B8A6-4536-81D4-876E51AF2F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30787" y="178100"/>
            <a:ext cx="1419224" cy="446897"/>
          </a:xfrm>
        </p:spPr>
        <p:txBody>
          <a:bodyPr/>
          <a:lstStyle/>
          <a:p>
            <a:r>
              <a:rPr lang="pt-BR" dirty="0"/>
              <a:t>LOUCO</a:t>
            </a:r>
            <a:endParaRPr lang="en-US" dirty="0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5DF917B8-55DB-4568-ACE9-8AA30555F5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40773" y="152752"/>
            <a:ext cx="1257926" cy="482681"/>
          </a:xfrm>
        </p:spPr>
        <p:txBody>
          <a:bodyPr/>
          <a:lstStyle/>
          <a:p>
            <a:r>
              <a:rPr lang="pt-BR" dirty="0"/>
              <a:t>TRISTE</a:t>
            </a:r>
            <a:endParaRPr lang="en-US" dirty="0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742120BA-0098-49AD-AB34-055857AC37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00070" y="182880"/>
            <a:ext cx="1813516" cy="482681"/>
          </a:xfrm>
        </p:spPr>
        <p:txBody>
          <a:bodyPr/>
          <a:lstStyle/>
          <a:p>
            <a:r>
              <a:rPr lang="pt-BR" dirty="0"/>
              <a:t>CONTENTE</a:t>
            </a:r>
            <a:endParaRPr lang="en-US" dirty="0"/>
          </a:p>
        </p:txBody>
      </p:sp>
      <p:cxnSp>
        <p:nvCxnSpPr>
          <p:cNvPr id="4" name="Conector reto 3"/>
          <p:cNvCxnSpPr>
            <a:cxnSpLocks/>
          </p:cNvCxnSpPr>
          <p:nvPr/>
        </p:nvCxnSpPr>
        <p:spPr>
          <a:xfrm>
            <a:off x="5303768" y="182880"/>
            <a:ext cx="0" cy="64719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>
            <a:cxnSpLocks/>
          </p:cNvCxnSpPr>
          <p:nvPr/>
        </p:nvCxnSpPr>
        <p:spPr>
          <a:xfrm>
            <a:off x="9072664" y="264160"/>
            <a:ext cx="43857" cy="63906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2190345" y="665561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Pouco tempo para descanso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5866527" y="742358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Desperdiçar tempo de desenvolvimento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5903001" y="1697290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descanso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9864449" y="753099"/>
            <a:ext cx="1766136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Programando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9864449" y="1758502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Chegamos ao fim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3618562" y="774567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Otimizar o tempo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7305785" y="884450"/>
            <a:ext cx="1224999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Aprimorar comunicação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7350786" y="1834392"/>
            <a:ext cx="1438379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7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Organizar melhor o horário de sono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197219E-5B1B-4E37-AE29-C4A63966C51A}"/>
              </a:ext>
            </a:extLst>
          </p:cNvPr>
          <p:cNvSpPr/>
          <p:nvPr/>
        </p:nvSpPr>
        <p:spPr>
          <a:xfrm>
            <a:off x="2203907" y="1697826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Pequenos detalhes do projeto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CE4889F-0E92-43E0-8D1A-7C43B3A5858C}"/>
              </a:ext>
            </a:extLst>
          </p:cNvPr>
          <p:cNvSpPr/>
          <p:nvPr/>
        </p:nvSpPr>
        <p:spPr>
          <a:xfrm>
            <a:off x="9864449" y="2763905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 entrega completa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48980A8-B4C2-0553-4802-2F3D3728D1F8}"/>
              </a:ext>
            </a:extLst>
          </p:cNvPr>
          <p:cNvSpPr/>
          <p:nvPr/>
        </p:nvSpPr>
        <p:spPr>
          <a:xfrm>
            <a:off x="2185918" y="2743196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Código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C18DBDF-8E47-AFF4-343A-74302CAEA3A0}"/>
              </a:ext>
            </a:extLst>
          </p:cNvPr>
          <p:cNvSpPr/>
          <p:nvPr/>
        </p:nvSpPr>
        <p:spPr>
          <a:xfrm>
            <a:off x="3595669" y="2847378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Praticar mais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F527A82-2A89-5670-A898-0C828DB1A710}"/>
              </a:ext>
            </a:extLst>
          </p:cNvPr>
          <p:cNvSpPr/>
          <p:nvPr/>
        </p:nvSpPr>
        <p:spPr>
          <a:xfrm>
            <a:off x="2203907" y="3724530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Sumiço de membros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8CB56D4E-1A35-DB68-5D77-4F9BD655001B}"/>
              </a:ext>
            </a:extLst>
          </p:cNvPr>
          <p:cNvSpPr/>
          <p:nvPr/>
        </p:nvSpPr>
        <p:spPr>
          <a:xfrm>
            <a:off x="3639957" y="3807695"/>
            <a:ext cx="1337474" cy="647220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Dialogar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0ABCB81C-85E8-9091-1C0A-7DD9CBEA76F1}"/>
              </a:ext>
            </a:extLst>
          </p:cNvPr>
          <p:cNvSpPr/>
          <p:nvPr/>
        </p:nvSpPr>
        <p:spPr>
          <a:xfrm>
            <a:off x="2185918" y="4749143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3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Poucas horas de sono durante Sprint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DE982EF-02F2-A0F3-C864-F778437B2EAF}"/>
              </a:ext>
            </a:extLst>
          </p:cNvPr>
          <p:cNvSpPr/>
          <p:nvPr/>
        </p:nvSpPr>
        <p:spPr>
          <a:xfrm>
            <a:off x="2199480" y="5802165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Pouco tempo pra dormir 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38CC980-D8EB-6B15-061E-A9ECC39BF12C}"/>
              </a:ext>
            </a:extLst>
          </p:cNvPr>
          <p:cNvSpPr/>
          <p:nvPr/>
        </p:nvSpPr>
        <p:spPr>
          <a:xfrm>
            <a:off x="3609231" y="5906347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Me organizar melhor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B7A91FEB-1A17-7E42-5756-35E9066665F8}"/>
              </a:ext>
            </a:extLst>
          </p:cNvPr>
          <p:cNvSpPr/>
          <p:nvPr/>
        </p:nvSpPr>
        <p:spPr>
          <a:xfrm>
            <a:off x="5858000" y="2740742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Ansiedade pelo fim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FE477502-3FC5-327C-3EF6-223F69023F55}"/>
              </a:ext>
            </a:extLst>
          </p:cNvPr>
          <p:cNvSpPr/>
          <p:nvPr/>
        </p:nvSpPr>
        <p:spPr>
          <a:xfrm>
            <a:off x="5858000" y="3695674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comunicação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8417DD3-4C36-FDEF-4F79-A1AEC005CE1D}"/>
              </a:ext>
            </a:extLst>
          </p:cNvPr>
          <p:cNvSpPr/>
          <p:nvPr/>
        </p:nvSpPr>
        <p:spPr>
          <a:xfrm>
            <a:off x="7297258" y="2831416"/>
            <a:ext cx="1224999" cy="632198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Se distrair com outras coisas 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A777A029-2A0D-0AB7-79A3-ABB8E57E145C}"/>
              </a:ext>
            </a:extLst>
          </p:cNvPr>
          <p:cNvSpPr/>
          <p:nvPr/>
        </p:nvSpPr>
        <p:spPr>
          <a:xfrm>
            <a:off x="7305785" y="3832776"/>
            <a:ext cx="1260957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7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Puxar a atenção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690F567E-E212-C4F5-1E60-3826C3202C48}"/>
              </a:ext>
            </a:extLst>
          </p:cNvPr>
          <p:cNvSpPr/>
          <p:nvPr/>
        </p:nvSpPr>
        <p:spPr>
          <a:xfrm>
            <a:off x="5858000" y="4734150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Não </a:t>
            </a:r>
            <a:r>
              <a:rPr lang="pt-BR" sz="1400" dirty="0" err="1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codei</a:t>
            </a:r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tanto quanto gostaria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3EB8F4FA-60F0-F598-495B-AAD650AA3FA5}"/>
              </a:ext>
            </a:extLst>
          </p:cNvPr>
          <p:cNvSpPr/>
          <p:nvPr/>
        </p:nvSpPr>
        <p:spPr>
          <a:xfrm>
            <a:off x="5858000" y="5736163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As vezes ausência de alguns integrantes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816C7A3A-BD64-B0E1-8D46-C10630641A55}"/>
              </a:ext>
            </a:extLst>
          </p:cNvPr>
          <p:cNvSpPr/>
          <p:nvPr/>
        </p:nvSpPr>
        <p:spPr>
          <a:xfrm>
            <a:off x="7297259" y="4876242"/>
            <a:ext cx="1438378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Assumir mais </a:t>
            </a:r>
            <a:r>
              <a:rPr lang="pt-BR" sz="1400" dirty="0" err="1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tasks</a:t>
            </a:r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de código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DE8EA58F-958A-5D79-EAB2-AF17D41D42E6}"/>
              </a:ext>
            </a:extLst>
          </p:cNvPr>
          <p:cNvSpPr/>
          <p:nvPr/>
        </p:nvSpPr>
        <p:spPr>
          <a:xfrm>
            <a:off x="7305786" y="5873265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3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Ter empatia e ajudar 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90AB7C7B-2AD4-60FA-C111-CE9851D6CAAB}"/>
              </a:ext>
            </a:extLst>
          </p:cNvPr>
          <p:cNvSpPr/>
          <p:nvPr/>
        </p:nvSpPr>
        <p:spPr>
          <a:xfrm>
            <a:off x="9857193" y="3745037"/>
            <a:ext cx="1766136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Projeto finalizado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47F4112C-873D-5ADA-1960-BD7031515121}"/>
              </a:ext>
            </a:extLst>
          </p:cNvPr>
          <p:cNvSpPr/>
          <p:nvPr/>
        </p:nvSpPr>
        <p:spPr>
          <a:xfrm>
            <a:off x="9857193" y="4750440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 entrega está feita / poder descansar 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1241E42D-DACD-6417-EB04-4EACE8D44D7C}"/>
              </a:ext>
            </a:extLst>
          </p:cNvPr>
          <p:cNvSpPr/>
          <p:nvPr/>
        </p:nvSpPr>
        <p:spPr>
          <a:xfrm>
            <a:off x="9857193" y="5755843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Dedicação de todos em finalizar o projeto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1766E8AA-9BB5-C509-D87E-564ACE5F7920}"/>
              </a:ext>
            </a:extLst>
          </p:cNvPr>
          <p:cNvSpPr/>
          <p:nvPr/>
        </p:nvSpPr>
        <p:spPr>
          <a:xfrm>
            <a:off x="88790" y="884450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Gustavo</a:t>
            </a:r>
          </a:p>
        </p:txBody>
      </p:sp>
      <p:sp>
        <p:nvSpPr>
          <p:cNvPr id="71" name="Seta: para a Direita 70">
            <a:extLst>
              <a:ext uri="{FF2B5EF4-FFF2-40B4-BE49-F238E27FC236}">
                <a16:creationId xmlns:a16="http://schemas.microsoft.com/office/drawing/2014/main" id="{A49B7FC8-C65B-0770-B6E0-AD2964B62F3D}"/>
              </a:ext>
            </a:extLst>
          </p:cNvPr>
          <p:cNvSpPr/>
          <p:nvPr/>
        </p:nvSpPr>
        <p:spPr>
          <a:xfrm>
            <a:off x="1476691" y="961920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Seta: para a Direita 72">
            <a:extLst>
              <a:ext uri="{FF2B5EF4-FFF2-40B4-BE49-F238E27FC236}">
                <a16:creationId xmlns:a16="http://schemas.microsoft.com/office/drawing/2014/main" id="{B209F713-9A4A-ADAC-B625-6B41E945EC87}"/>
              </a:ext>
            </a:extLst>
          </p:cNvPr>
          <p:cNvSpPr/>
          <p:nvPr/>
        </p:nvSpPr>
        <p:spPr>
          <a:xfrm>
            <a:off x="1476691" y="1998240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Seta: para a Direita 74">
            <a:extLst>
              <a:ext uri="{FF2B5EF4-FFF2-40B4-BE49-F238E27FC236}">
                <a16:creationId xmlns:a16="http://schemas.microsoft.com/office/drawing/2014/main" id="{123D8B6C-AACE-DCB3-E68B-7DA8106F2BCD}"/>
              </a:ext>
            </a:extLst>
          </p:cNvPr>
          <p:cNvSpPr/>
          <p:nvPr/>
        </p:nvSpPr>
        <p:spPr>
          <a:xfrm>
            <a:off x="1472969" y="3034560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Seta: para a Direita 76">
            <a:extLst>
              <a:ext uri="{FF2B5EF4-FFF2-40B4-BE49-F238E27FC236}">
                <a16:creationId xmlns:a16="http://schemas.microsoft.com/office/drawing/2014/main" id="{61D4C1B1-2BD0-37C8-6C15-7FCC612672B2}"/>
              </a:ext>
            </a:extLst>
          </p:cNvPr>
          <p:cNvSpPr/>
          <p:nvPr/>
        </p:nvSpPr>
        <p:spPr>
          <a:xfrm>
            <a:off x="1472969" y="4030547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Seta: para a Direita 78">
            <a:extLst>
              <a:ext uri="{FF2B5EF4-FFF2-40B4-BE49-F238E27FC236}">
                <a16:creationId xmlns:a16="http://schemas.microsoft.com/office/drawing/2014/main" id="{5FAFF8C8-BDC2-DE3F-A01A-6AC2A5AC315E}"/>
              </a:ext>
            </a:extLst>
          </p:cNvPr>
          <p:cNvSpPr/>
          <p:nvPr/>
        </p:nvSpPr>
        <p:spPr>
          <a:xfrm>
            <a:off x="1477506" y="5087187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Seta: para a Direita 80">
            <a:extLst>
              <a:ext uri="{FF2B5EF4-FFF2-40B4-BE49-F238E27FC236}">
                <a16:creationId xmlns:a16="http://schemas.microsoft.com/office/drawing/2014/main" id="{7BA765C4-DB6D-3CB7-7503-01A52D3A16E6}"/>
              </a:ext>
            </a:extLst>
          </p:cNvPr>
          <p:cNvSpPr/>
          <p:nvPr/>
        </p:nvSpPr>
        <p:spPr>
          <a:xfrm>
            <a:off x="1467405" y="6068903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3630320" y="1795607"/>
            <a:ext cx="1250982" cy="59699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Fazer um checklist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F962831-156F-A412-9A25-F2B04CDF9704}"/>
              </a:ext>
            </a:extLst>
          </p:cNvPr>
          <p:cNvSpPr/>
          <p:nvPr/>
        </p:nvSpPr>
        <p:spPr>
          <a:xfrm>
            <a:off x="3672011" y="4901769"/>
            <a:ext cx="117989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7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Parar de procrastinar</a:t>
            </a:r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28FEF711-9FA8-2DA1-5894-8DDC99928A97}"/>
              </a:ext>
            </a:extLst>
          </p:cNvPr>
          <p:cNvSpPr/>
          <p:nvPr/>
        </p:nvSpPr>
        <p:spPr>
          <a:xfrm>
            <a:off x="88790" y="1930912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Kayke</a:t>
            </a: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A50F6D60-DC3F-A485-D88D-49497A05EADA}"/>
              </a:ext>
            </a:extLst>
          </p:cNvPr>
          <p:cNvSpPr/>
          <p:nvPr/>
        </p:nvSpPr>
        <p:spPr>
          <a:xfrm>
            <a:off x="88790" y="2935828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Leonardo</a:t>
            </a:r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90A42B58-33EE-0025-A841-F2186057B55F}"/>
              </a:ext>
            </a:extLst>
          </p:cNvPr>
          <p:cNvSpPr/>
          <p:nvPr/>
        </p:nvSpPr>
        <p:spPr>
          <a:xfrm>
            <a:off x="86530" y="3940744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Luana</a:t>
            </a: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CD74327F-E293-33FA-B38E-0275B7E7EFF5}"/>
              </a:ext>
            </a:extLst>
          </p:cNvPr>
          <p:cNvSpPr/>
          <p:nvPr/>
        </p:nvSpPr>
        <p:spPr>
          <a:xfrm>
            <a:off x="86530" y="4968634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Paulo</a:t>
            </a:r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0D37E31C-D182-7894-6397-35FAC50E14F9}"/>
              </a:ext>
            </a:extLst>
          </p:cNvPr>
          <p:cNvSpPr/>
          <p:nvPr/>
        </p:nvSpPr>
        <p:spPr>
          <a:xfrm>
            <a:off x="86530" y="5973550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Rafael</a:t>
            </a:r>
          </a:p>
        </p:txBody>
      </p:sp>
    </p:spTree>
    <p:extLst>
      <p:ext uri="{BB962C8B-B14F-4D97-AF65-F5344CB8AC3E}">
        <p14:creationId xmlns:p14="http://schemas.microsoft.com/office/powerpoint/2010/main" val="22259885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SPTECH">
      <a:dk1>
        <a:srgbClr val="1C1C1C"/>
      </a:dk1>
      <a:lt1>
        <a:srgbClr val="FFFFFF"/>
      </a:lt1>
      <a:dk2>
        <a:srgbClr val="111111"/>
      </a:dk2>
      <a:lt2>
        <a:srgbClr val="FFFFFF"/>
      </a:lt2>
      <a:accent1>
        <a:srgbClr val="1F2A44"/>
      </a:accent1>
      <a:accent2>
        <a:srgbClr val="D0D3D4"/>
      </a:accent2>
      <a:accent3>
        <a:srgbClr val="63B1BC"/>
      </a:accent3>
      <a:accent4>
        <a:srgbClr val="ED145B"/>
      </a:accent4>
      <a:accent5>
        <a:srgbClr val="EFB661"/>
      </a:accent5>
      <a:accent6>
        <a:srgbClr val="0762C8"/>
      </a:accent6>
      <a:hlink>
        <a:srgbClr val="92D050"/>
      </a:hlink>
      <a:folHlink>
        <a:srgbClr val="FF0000"/>
      </a:folHlink>
    </a:clrScheme>
    <a:fontScheme name="SPTECH">
      <a:majorFont>
        <a:latin typeface="Simplon Mono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731E8D1374834C8E89AE093B47FB16" ma:contentTypeVersion="16" ma:contentTypeDescription="Crie um novo documento." ma:contentTypeScope="" ma:versionID="e4c433fbe4644b2cc28dadbc7459ce97">
  <xsd:schema xmlns:xsd="http://www.w3.org/2001/XMLSchema" xmlns:xs="http://www.w3.org/2001/XMLSchema" xmlns:p="http://schemas.microsoft.com/office/2006/metadata/properties" xmlns:ns2="8d73c667-0e32-466c-9097-a1f484c201cc" xmlns:ns3="110b98c3-9565-49b4-9c49-1e89583ef82c" targetNamespace="http://schemas.microsoft.com/office/2006/metadata/properties" ma:root="true" ma:fieldsID="ba7ee87c8ad9b6b851da249f1730b17a" ns2:_="" ns3:_="">
    <xsd:import namespace="8d73c667-0e32-466c-9097-a1f484c201cc"/>
    <xsd:import namespace="110b98c3-9565-49b4-9c49-1e89583ef8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73c667-0e32-466c-9097-a1f484c201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7b9497d1-976c-460c-b354-1ae52b23e8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0b98c3-9565-49b4-9c49-1e89583ef82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97a92563-b18a-4c92-afbb-346cab08281d}" ma:internalName="TaxCatchAll" ma:showField="CatchAllData" ma:web="110b98c3-9565-49b4-9c49-1e89583ef8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d73c667-0e32-466c-9097-a1f484c201cc">
      <Terms xmlns="http://schemas.microsoft.com/office/infopath/2007/PartnerControls"/>
    </lcf76f155ced4ddcb4097134ff3c332f>
    <TaxCatchAll xmlns="110b98c3-9565-49b4-9c49-1e89583ef82c" xsi:nil="true"/>
  </documentManagement>
</p:properties>
</file>

<file path=customXml/itemProps1.xml><?xml version="1.0" encoding="utf-8"?>
<ds:datastoreItem xmlns:ds="http://schemas.openxmlformats.org/officeDocument/2006/customXml" ds:itemID="{7B7E5500-1E1C-4DD3-A9B7-CDF199E776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88BDC5-2047-4356-B138-D278C7FFB0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73c667-0e32-466c-9097-a1f484c201cc"/>
    <ds:schemaRef ds:uri="110b98c3-9565-49b4-9c49-1e89583ef8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6D5030-9AA2-4901-9903-314081232E77}">
  <ds:schemaRefs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10b98c3-9565-49b4-9c49-1e89583ef82c"/>
    <ds:schemaRef ds:uri="8d73c667-0e32-466c-9097-a1f484c201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1863</TotalTime>
  <Words>119</Words>
  <Application>Microsoft Office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MV Boli</vt:lpstr>
      <vt:lpstr>Wingdings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Erik Luiz dos Santos</dc:creator>
  <cp:lastModifiedBy>LEONARDO TOMAS FEITOSA DA SILVA .</cp:lastModifiedBy>
  <cp:revision>70</cp:revision>
  <cp:lastPrinted>2026-04-29T17:00:10Z</cp:lastPrinted>
  <dcterms:created xsi:type="dcterms:W3CDTF">2021-08-25T19:26:40Z</dcterms:created>
  <dcterms:modified xsi:type="dcterms:W3CDTF">2026-06-03T22:23:26Z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0x010100A0731E8D1374834C8E89AE093B47FB16</vt:lpwstr>
  </property>
  <property fmtid="{D5CDD505-2E9C-101B-9397-08002B2CF9AE}" pid="3" name="MediaServiceImageTags">
    <vt:lpwstr/>
  </property>
</Properties>
</file>